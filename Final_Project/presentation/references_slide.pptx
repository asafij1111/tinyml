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393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“House Plant Species” image dataset — Kaggle.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&amp; papers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Howard et al., “MobileNets: Efficient CNNs for Mobile Vision Applications,” arXiv:1704.04861, 2017.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Sandler et al., “MobileNetV2: Inverted Residuals and Linear Bottlenecks,” CVPR 2018 (arXiv:1801.04381).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ImageNet — pretrained backbone weights.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Frameworks &amp;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TensorFlow / Keras — model training.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TensorFlow Lite + TFLite for Microcontrollers — INT8 quantization &amp; on-device inference.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Arduino IDE + Arduino Mbed OS Nano core.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0175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Arduino Nano 33 BLE Sense (Nordic nRF52840).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Arducam OV7675 0.3 MP camera module.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37490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 &amp; reused 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02336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Arduino_TensorFlowLite library.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Harvard TinyMLx — TinyMLShield / Arduino_OV767X; camera + TFLM examples adapted from EE446 Lab 5 (CameraCaptureRawBytes, person_detection).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Python: NumPy, Pillow, pySerial, Matplotlib.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References</dc:title>
  <dc:subject>PptxGenJS Presentation</dc:subject>
  <dc:creator>PptxGenJS</dc:creator>
  <cp:lastModifiedBy>PptxGenJS</cp:lastModifiedBy>
  <cp:revision>1</cp:revision>
  <dcterms:created xsi:type="dcterms:W3CDTF">2026-06-04T23:47:58Z</dcterms:created>
  <dcterms:modified xsi:type="dcterms:W3CDTF">2026-06-04T23:47:58Z</dcterms:modified>
</cp:coreProperties>
</file>