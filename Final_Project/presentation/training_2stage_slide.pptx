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128016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TRAINING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stages: general training → on-device fine-tuning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3703320" cy="2697480"/>
          </a:xfrm>
          <a:prstGeom prst="rect">
            <a:avLst/>
          </a:prstGeom>
          <a:solidFill>
            <a:srgbClr val="F4F6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928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General training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Online + phone images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898648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Pretrained MobileNetV1 backbone (ImageNet transfer learning).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 the new 6-class head, then unfreeze the top layers and fine-tune at low LR.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Learns what the six species look like in general.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15968" y="1691640"/>
            <a:ext cx="51206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846320" y="1691640"/>
            <a:ext cx="3703320" cy="2697480"/>
          </a:xfrm>
          <a:prstGeom prst="rect">
            <a:avLst/>
          </a:prstGeom>
          <a:solidFill>
            <a:srgbClr val="2C5F2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8928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FE0C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2148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Environment-specific fine-tuning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074920" y="25328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7E3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Arduino-camera data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74920" y="2898648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Fine-tune on frames captured through the OV7675 on the demo table.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Adapts to real deployment: low-res sensor, lighting, distance.</a:t>
            </a:r>
            <a:endParaRPr lang="en-US" sz="120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Rehearsal + early-stopping → specialize without forgetting.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5720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 2 — on-device camera fine-tuning — is what makes the model work on the actual hardware.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 strategy (2 stages)</dc:title>
  <dc:subject>PptxGenJS Presentation</dc:subject>
  <dc:creator>PptxGenJS</dc:creator>
  <cp:lastModifiedBy>PptxGenJS</cp:lastModifiedBy>
  <cp:revision>1</cp:revision>
  <dcterms:created xsi:type="dcterms:W3CDTF">2026-06-04T22:26:37Z</dcterms:created>
  <dcterms:modified xsi:type="dcterms:W3CDTF">2026-06-04T22:26:37Z</dcterms:modified>
</cp:coreProperties>
</file>