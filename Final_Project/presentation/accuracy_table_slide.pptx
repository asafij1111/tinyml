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&amp; test accuracy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Accuracy through the pipeline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79552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188720"/>
                <a:gridCol w="150876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Training phase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General test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Camera test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Stage 1 — General training (online + phone)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77%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76.9%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23.3%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Stage 2 — Camera fine-tuning (Arduino)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85%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69.4%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81.7%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Deployed model (quantization)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56432"/>
          <a:ext cx="7955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91640"/>
                <a:gridCol w="1600200"/>
                <a:gridCol w="10058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Camera test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General test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Size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Latency*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Float (reference)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81.7%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69.4%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849 KB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0.27 ms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INT8 (on-device)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81.7%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71.5%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303 KB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0.14 ms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94360" y="4709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Camera test = held-out OV7675 frames from the same capture sessions (correlated → optimistic; the live demo is the true measure).   *host-side latency estimate.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Accuracy detail</dc:title>
  <dc:subject>PptxGenJS Presentation</dc:subject>
  <dc:creator>PptxGenJS</dc:creator>
  <cp:lastModifiedBy>PptxGenJS</cp:lastModifiedBy>
  <cp:revision>1</cp:revision>
  <dcterms:created xsi:type="dcterms:W3CDTF">2026-06-04T23:41:26Z</dcterms:created>
  <dcterms:modified xsi:type="dcterms:W3CDTF">2026-06-04T23:41:26Z</dcterms:modified>
</cp:coreProperties>
</file>